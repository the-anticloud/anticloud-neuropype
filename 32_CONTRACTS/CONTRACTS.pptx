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Contracts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NEUROPYPE | Category: BRAIN_COMPUTER_INTERFACE</a:t>
            </a:r>
          </a:p>
          <a:p>
            <a:r>
              <a:rPr sz="1400"/>
              <a:t>Upstream: https://github.com/nicedoc/neuropype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contracts for the Anticloud integration of NEUROPYPE.</a:t>
            </a:r>
          </a:p>
          <a:p>
            <a:r>
              <a:rPr sz="1400"/>
              <a:t>EEG/BCI pipeline framework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NEUROPYPE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